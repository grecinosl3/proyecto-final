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7" r:id="rId2"/>
    <p:sldId id="272" r:id="rId3"/>
    <p:sldId id="273" r:id="rId4"/>
    <p:sldId id="261" r:id="rId5"/>
    <p:sldId id="258" r:id="rId6"/>
    <p:sldId id="259" r:id="rId7"/>
    <p:sldId id="260" r:id="rId8"/>
    <p:sldId id="263" r:id="rId9"/>
    <p:sldId id="262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4" r:id="rId19"/>
    <p:sldId id="275" r:id="rId20"/>
    <p:sldId id="276" r:id="rId21"/>
    <p:sldId id="277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6699"/>
    <a:srgbClr val="3366CC"/>
    <a:srgbClr val="E6E6E6"/>
    <a:srgbClr val="B9B9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20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0FC12-B8E2-48EE-8512-3BE70687B560}" type="datetimeFigureOut">
              <a:rPr lang="es-GT" smtClean="0"/>
              <a:t>24/10/2025</a:t>
            </a:fld>
            <a:endParaRPr lang="es-G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E7F67-7F23-44CE-88F9-727BF675FD30}" type="slidenum">
              <a:rPr lang="es-GT" smtClean="0"/>
              <a:t>‹Nº›</a:t>
            </a:fld>
            <a:endParaRPr lang="es-GT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7320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0FC12-B8E2-48EE-8512-3BE70687B560}" type="datetimeFigureOut">
              <a:rPr lang="es-GT" smtClean="0"/>
              <a:t>24/10/2025</a:t>
            </a:fld>
            <a:endParaRPr lang="es-G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E7F67-7F23-44CE-88F9-727BF675FD30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008376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0FC12-B8E2-48EE-8512-3BE70687B560}" type="datetimeFigureOut">
              <a:rPr lang="es-GT" smtClean="0"/>
              <a:t>24/10/2025</a:t>
            </a:fld>
            <a:endParaRPr lang="es-G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E7F67-7F23-44CE-88F9-727BF675FD30}" type="slidenum">
              <a:rPr lang="es-GT" smtClean="0"/>
              <a:t>‹Nº›</a:t>
            </a:fld>
            <a:endParaRPr lang="es-GT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0333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0FC12-B8E2-48EE-8512-3BE70687B560}" type="datetimeFigureOut">
              <a:rPr lang="es-GT" smtClean="0"/>
              <a:t>24/10/2025</a:t>
            </a:fld>
            <a:endParaRPr lang="es-G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E7F67-7F23-44CE-88F9-727BF675FD30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639167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0FC12-B8E2-48EE-8512-3BE70687B560}" type="datetimeFigureOut">
              <a:rPr lang="es-GT" smtClean="0"/>
              <a:t>24/10/2025</a:t>
            </a:fld>
            <a:endParaRPr lang="es-G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E7F67-7F23-44CE-88F9-727BF675FD30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334081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0FC12-B8E2-48EE-8512-3BE70687B560}" type="datetimeFigureOut">
              <a:rPr lang="es-GT" smtClean="0"/>
              <a:t>24/10/2025</a:t>
            </a:fld>
            <a:endParaRPr lang="es-G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E7F67-7F23-44CE-88F9-727BF675FD30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61979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0FC12-B8E2-48EE-8512-3BE70687B560}" type="datetimeFigureOut">
              <a:rPr lang="es-GT" smtClean="0"/>
              <a:t>24/10/2025</a:t>
            </a:fld>
            <a:endParaRPr lang="es-G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s-G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E7F67-7F23-44CE-88F9-727BF675FD30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2253209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060FC12-B8E2-48EE-8512-3BE70687B560}" type="datetimeFigureOut">
              <a:rPr lang="es-GT" smtClean="0"/>
              <a:t>24/10/2025</a:t>
            </a:fld>
            <a:endParaRPr lang="es-G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s-G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4AE7F67-7F23-44CE-88F9-727BF675FD30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4189090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0FC12-B8E2-48EE-8512-3BE70687B560}" type="datetimeFigureOut">
              <a:rPr lang="es-GT" smtClean="0"/>
              <a:t>24/10/2025</a:t>
            </a:fld>
            <a:endParaRPr lang="es-G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E7F67-7F23-44CE-88F9-727BF675FD30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8812487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0FC12-B8E2-48EE-8512-3BE70687B560}" type="datetimeFigureOut">
              <a:rPr lang="es-GT" smtClean="0"/>
              <a:t>24/10/2025</a:t>
            </a:fld>
            <a:endParaRPr lang="es-G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E7F67-7F23-44CE-88F9-727BF675FD30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201594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0FC12-B8E2-48EE-8512-3BE70687B560}" type="datetimeFigureOut">
              <a:rPr lang="es-GT" smtClean="0"/>
              <a:t>24/10/2025</a:t>
            </a:fld>
            <a:endParaRPr lang="es-G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E7F67-7F23-44CE-88F9-727BF675FD30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4105158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060FC12-B8E2-48EE-8512-3BE70687B560}" type="datetimeFigureOut">
              <a:rPr lang="es-GT" smtClean="0"/>
              <a:t>24/10/2025</a:t>
            </a:fld>
            <a:endParaRPr lang="es-G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s-G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4AE7F67-7F23-44CE-88F9-727BF675FD30}" type="slidenum">
              <a:rPr lang="es-GT" smtClean="0"/>
              <a:t>‹Nº›</a:t>
            </a:fld>
            <a:endParaRPr lang="es-GT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7770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2EA9CE5-DBB8-44E5-A91B-8B56DF1C4510}"/>
              </a:ext>
            </a:extLst>
          </p:cNvPr>
          <p:cNvSpPr txBox="1"/>
          <p:nvPr/>
        </p:nvSpPr>
        <p:spPr>
          <a:xfrm>
            <a:off x="2785478" y="3519993"/>
            <a:ext cx="6621043" cy="92333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s-ES" sz="5400" b="1" dirty="0">
                <a:latin typeface="Arial Rounded MT Bold" panose="020F0704030504030204" pitchFamily="34" charset="0"/>
              </a:rPr>
              <a:t>Diagramas de Flujo</a:t>
            </a:r>
            <a:endParaRPr lang="es-GT" sz="5400" b="1" dirty="0">
              <a:latin typeface="Arial Rounded MT Bold" panose="020F070403050403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B9A255C-146C-4FE5-9D24-A853774E1E57}"/>
              </a:ext>
            </a:extLst>
          </p:cNvPr>
          <p:cNvSpPr txBox="1"/>
          <p:nvPr/>
        </p:nvSpPr>
        <p:spPr>
          <a:xfrm>
            <a:off x="2093973" y="2667363"/>
            <a:ext cx="817717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5000" b="1" dirty="0">
                <a:latin typeface="Arial Rounded MT Bold" panose="020F0704030504030204" pitchFamily="34" charset="0"/>
              </a:rPr>
              <a:t>Proyecto Final Algoritmos</a:t>
            </a:r>
            <a:endParaRPr lang="es-GT" sz="5000" b="1" dirty="0">
              <a:latin typeface="Arial Rounded MT Bold" panose="020F070403050403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5E428B6-5AA9-4DF4-AA8D-5B19C76641D2}"/>
              </a:ext>
            </a:extLst>
          </p:cNvPr>
          <p:cNvSpPr txBox="1"/>
          <p:nvPr/>
        </p:nvSpPr>
        <p:spPr>
          <a:xfrm>
            <a:off x="672495" y="1744033"/>
            <a:ext cx="1102013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000" b="1" dirty="0">
                <a:latin typeface="Arial Rounded MT Bold" panose="020F0704030504030204" pitchFamily="34" charset="0"/>
              </a:rPr>
              <a:t>Universidad Mariano Gálvez de Guatemala </a:t>
            </a:r>
            <a:r>
              <a:rPr lang="es-ES" sz="5400" b="1" dirty="0">
                <a:latin typeface="Arial Rounded MT Bold" panose="020F0704030504030204" pitchFamily="34" charset="0"/>
              </a:rPr>
              <a:t> </a:t>
            </a:r>
            <a:endParaRPr lang="es-GT" sz="5400" b="1" dirty="0">
              <a:latin typeface="Arial Rounded MT Bold" panose="020F0704030504030204" pitchFamily="34" charset="0"/>
            </a:endParaRPr>
          </a:p>
        </p:txBody>
      </p:sp>
      <p:pic>
        <p:nvPicPr>
          <p:cNvPr id="1026" name="Picture 2" descr="Archivo:Escudo de la universidad Mariano Gálvez Guatemala ...">
            <a:extLst>
              <a:ext uri="{FF2B5EF4-FFF2-40B4-BE49-F238E27FC236}">
                <a16:creationId xmlns:a16="http://schemas.microsoft.com/office/drawing/2014/main" id="{D235453A-5A5B-4CC6-B9FB-62D0EB59B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604" y="4269587"/>
            <a:ext cx="1911097" cy="191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0617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5A96836-1185-419C-9062-41E585BC7D65}"/>
              </a:ext>
            </a:extLst>
          </p:cNvPr>
          <p:cNvSpPr txBox="1"/>
          <p:nvPr/>
        </p:nvSpPr>
        <p:spPr>
          <a:xfrm>
            <a:off x="2809875" y="2767280"/>
            <a:ext cx="657225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8000" b="1" dirty="0"/>
              <a:t>Menú Principal</a:t>
            </a:r>
            <a:endParaRPr lang="es-GT" sz="8000" b="1" dirty="0"/>
          </a:p>
        </p:txBody>
      </p:sp>
      <p:pic>
        <p:nvPicPr>
          <p:cNvPr id="3" name="Picture 2" descr="Archivo:Escudo de la universidad Mariano Gálvez Guatemala ...">
            <a:extLst>
              <a:ext uri="{FF2B5EF4-FFF2-40B4-BE49-F238E27FC236}">
                <a16:creationId xmlns:a16="http://schemas.microsoft.com/office/drawing/2014/main" id="{82562DA2-2913-466B-8987-3EAA1D2E34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1427" y="282803"/>
            <a:ext cx="1911097" cy="191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28436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CD10CBF1-0967-40A8-963A-429E2DCF7CB0}"/>
              </a:ext>
            </a:extLst>
          </p:cNvPr>
          <p:cNvPicPr/>
          <p:nvPr/>
        </p:nvPicPr>
        <p:blipFill rotWithShape="1">
          <a:blip r:embed="rId2"/>
          <a:srcRect l="39950" t="37132" r="27299" b="13782"/>
          <a:stretch/>
        </p:blipFill>
        <p:spPr bwMode="auto">
          <a:xfrm>
            <a:off x="2974371" y="292608"/>
            <a:ext cx="6243257" cy="591616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" name="Picture 2" descr="Archivo:Escudo de la universidad Mariano Gálvez Guatemala ...">
            <a:extLst>
              <a:ext uri="{FF2B5EF4-FFF2-40B4-BE49-F238E27FC236}">
                <a16:creationId xmlns:a16="http://schemas.microsoft.com/office/drawing/2014/main" id="{65E795DB-CCA5-4B33-9C13-2E9E691000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1427" y="282803"/>
            <a:ext cx="1911097" cy="191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3605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33157A8-8518-4EAF-9ED4-81D6C7418CB0}"/>
              </a:ext>
            </a:extLst>
          </p:cNvPr>
          <p:cNvSpPr txBox="1"/>
          <p:nvPr/>
        </p:nvSpPr>
        <p:spPr>
          <a:xfrm>
            <a:off x="1712214" y="2767280"/>
            <a:ext cx="914476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GT" sz="8000" b="1" dirty="0"/>
              <a:t>Control de Inventario</a:t>
            </a:r>
          </a:p>
        </p:txBody>
      </p:sp>
      <p:pic>
        <p:nvPicPr>
          <p:cNvPr id="4" name="Picture 2" descr="Archivo:Escudo de la universidad Mariano Gálvez Guatemala ...">
            <a:extLst>
              <a:ext uri="{FF2B5EF4-FFF2-40B4-BE49-F238E27FC236}">
                <a16:creationId xmlns:a16="http://schemas.microsoft.com/office/drawing/2014/main" id="{279104CE-9343-4F6F-89FC-6A868303E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1427" y="282803"/>
            <a:ext cx="1911097" cy="191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2774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Archivo:Escudo de la universidad Mariano Gálvez Guatemala ...">
            <a:extLst>
              <a:ext uri="{FF2B5EF4-FFF2-40B4-BE49-F238E27FC236}">
                <a16:creationId xmlns:a16="http://schemas.microsoft.com/office/drawing/2014/main" id="{278629D1-F3AD-4A64-AA07-37F0B197B9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1427" y="282803"/>
            <a:ext cx="1911097" cy="191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F9D1B55-44A1-465F-AEC9-E006DEB4298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3778" t="22001" r="32556" b="7866"/>
          <a:stretch/>
        </p:blipFill>
        <p:spPr>
          <a:xfrm>
            <a:off x="4470716" y="282803"/>
            <a:ext cx="3250568" cy="6020417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AB191130-2664-4906-8579-040B0EA7EE1F}"/>
              </a:ext>
            </a:extLst>
          </p:cNvPr>
          <p:cNvSpPr txBox="1"/>
          <p:nvPr/>
        </p:nvSpPr>
        <p:spPr>
          <a:xfrm>
            <a:off x="379476" y="869905"/>
            <a:ext cx="36347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GT" sz="3000" b="1" dirty="0"/>
              <a:t>1.1  Listar productos:</a:t>
            </a:r>
          </a:p>
        </p:txBody>
      </p:sp>
    </p:spTree>
    <p:extLst>
      <p:ext uri="{BB962C8B-B14F-4D97-AF65-F5344CB8AC3E}">
        <p14:creationId xmlns:p14="http://schemas.microsoft.com/office/powerpoint/2010/main" val="1678000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Archivo:Escudo de la universidad Mariano Gálvez Guatemala ...">
            <a:extLst>
              <a:ext uri="{FF2B5EF4-FFF2-40B4-BE49-F238E27FC236}">
                <a16:creationId xmlns:a16="http://schemas.microsoft.com/office/drawing/2014/main" id="{1F396F94-B673-4363-9743-80328E772D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1427" y="282803"/>
            <a:ext cx="1911097" cy="191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82CC6848-381B-4A6A-9725-D4BC5E51E718}"/>
              </a:ext>
            </a:extLst>
          </p:cNvPr>
          <p:cNvSpPr txBox="1"/>
          <p:nvPr/>
        </p:nvSpPr>
        <p:spPr>
          <a:xfrm>
            <a:off x="379476" y="869905"/>
            <a:ext cx="36347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GT" sz="3000" b="1" dirty="0"/>
              <a:t>1.2  Crear producto: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93DA194-D397-4E03-90B2-319D1ED0299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5695" t="21066" r="27138" b="11734"/>
          <a:stretch/>
        </p:blipFill>
        <p:spPr>
          <a:xfrm>
            <a:off x="4145579" y="381634"/>
            <a:ext cx="3801673" cy="5877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1307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Archivo:Escudo de la universidad Mariano Gálvez Guatemala ...">
            <a:extLst>
              <a:ext uri="{FF2B5EF4-FFF2-40B4-BE49-F238E27FC236}">
                <a16:creationId xmlns:a16="http://schemas.microsoft.com/office/drawing/2014/main" id="{563CADED-C4D0-46A4-9D0F-CFA5BA5BED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1427" y="282803"/>
            <a:ext cx="1911097" cy="191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199A7735-349C-483F-9981-4D5F129776E2}"/>
              </a:ext>
            </a:extLst>
          </p:cNvPr>
          <p:cNvSpPr txBox="1"/>
          <p:nvPr/>
        </p:nvSpPr>
        <p:spPr>
          <a:xfrm>
            <a:off x="379476" y="869905"/>
            <a:ext cx="428396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GT" sz="3000" b="1" dirty="0"/>
              <a:t>1.3  Actualizar producto: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AE8E758-2A16-4F56-860E-0BB315033C6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8445" t="21733" r="26638" b="8000"/>
          <a:stretch/>
        </p:blipFill>
        <p:spPr>
          <a:xfrm>
            <a:off x="4383785" y="282803"/>
            <a:ext cx="3424429" cy="6035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8689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Archivo:Escudo de la universidad Mariano Gálvez Guatemala ...">
            <a:extLst>
              <a:ext uri="{FF2B5EF4-FFF2-40B4-BE49-F238E27FC236}">
                <a16:creationId xmlns:a16="http://schemas.microsoft.com/office/drawing/2014/main" id="{DBFE5C1F-18FE-4F94-96C2-319DB30C24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1427" y="282803"/>
            <a:ext cx="1911097" cy="191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7B65585-3F58-4782-8825-308013E554AC}"/>
              </a:ext>
            </a:extLst>
          </p:cNvPr>
          <p:cNvSpPr txBox="1"/>
          <p:nvPr/>
        </p:nvSpPr>
        <p:spPr>
          <a:xfrm>
            <a:off x="379476" y="869905"/>
            <a:ext cx="428396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GT" sz="3000" b="1" dirty="0"/>
              <a:t>1.4  Editar existencias    de producto: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8DB98A3-3CC1-4D03-A523-E1388BDDCFF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5028" t="22533" r="30555" b="9733"/>
          <a:stretch/>
        </p:blipFill>
        <p:spPr>
          <a:xfrm>
            <a:off x="4340352" y="210312"/>
            <a:ext cx="3511296" cy="6087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6026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Archivo:Escudo de la universidad Mariano Gálvez Guatemala ...">
            <a:extLst>
              <a:ext uri="{FF2B5EF4-FFF2-40B4-BE49-F238E27FC236}">
                <a16:creationId xmlns:a16="http://schemas.microsoft.com/office/drawing/2014/main" id="{110D0756-A394-481C-A847-2D70B8447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1427" y="282803"/>
            <a:ext cx="1911097" cy="191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511AE5A2-2601-41D8-BF9A-DEBB4D7E67A7}"/>
              </a:ext>
            </a:extLst>
          </p:cNvPr>
          <p:cNvSpPr txBox="1"/>
          <p:nvPr/>
        </p:nvSpPr>
        <p:spPr>
          <a:xfrm>
            <a:off x="379476" y="869905"/>
            <a:ext cx="428396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GT" sz="3000" b="1" dirty="0"/>
              <a:t>1.5  Eliminar producto: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821EC49-7A47-441C-9D6E-CB770500686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4777" t="21374" r="29806" b="11067"/>
          <a:stretch/>
        </p:blipFill>
        <p:spPr>
          <a:xfrm>
            <a:off x="4276695" y="282803"/>
            <a:ext cx="3638609" cy="6044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0821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Archivo:Escudo de la universidad Mariano Gálvez Guatemala ...">
            <a:extLst>
              <a:ext uri="{FF2B5EF4-FFF2-40B4-BE49-F238E27FC236}">
                <a16:creationId xmlns:a16="http://schemas.microsoft.com/office/drawing/2014/main" id="{D07590E8-D611-4AE7-85F3-F76B62DC26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1427" y="282803"/>
            <a:ext cx="1911097" cy="191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935C0BE5-C4C0-4863-A3B6-D238254186BB}"/>
              </a:ext>
            </a:extLst>
          </p:cNvPr>
          <p:cNvSpPr txBox="1"/>
          <p:nvPr/>
        </p:nvSpPr>
        <p:spPr>
          <a:xfrm>
            <a:off x="2001393" y="2767280"/>
            <a:ext cx="818921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GT" sz="8000" b="1" dirty="0"/>
              <a:t>Control de Clientes</a:t>
            </a:r>
          </a:p>
        </p:txBody>
      </p:sp>
    </p:spTree>
    <p:extLst>
      <p:ext uri="{BB962C8B-B14F-4D97-AF65-F5344CB8AC3E}">
        <p14:creationId xmlns:p14="http://schemas.microsoft.com/office/powerpoint/2010/main" val="29702253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Archivo:Escudo de la universidad Mariano Gálvez Guatemala ...">
            <a:extLst>
              <a:ext uri="{FF2B5EF4-FFF2-40B4-BE49-F238E27FC236}">
                <a16:creationId xmlns:a16="http://schemas.microsoft.com/office/drawing/2014/main" id="{0250502A-0309-4419-9645-F21786E5F6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1427" y="282803"/>
            <a:ext cx="1911097" cy="191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02FF3E2B-F349-429D-9BB1-8752A5CE94C5}"/>
              </a:ext>
            </a:extLst>
          </p:cNvPr>
          <p:cNvSpPr txBox="1"/>
          <p:nvPr/>
        </p:nvSpPr>
        <p:spPr>
          <a:xfrm>
            <a:off x="379476" y="869905"/>
            <a:ext cx="36347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GT" sz="3000" b="1" dirty="0"/>
              <a:t>2.1  Listar Clientes: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15CAD49-2118-4FFE-84E6-E36BF461097B}"/>
              </a:ext>
            </a:extLst>
          </p:cNvPr>
          <p:cNvPicPr/>
          <p:nvPr/>
        </p:nvPicPr>
        <p:blipFill rotWithShape="1">
          <a:blip r:embed="rId3"/>
          <a:srcRect l="52765" t="33717" r="16114" b="36627"/>
          <a:stretch/>
        </p:blipFill>
        <p:spPr bwMode="auto">
          <a:xfrm>
            <a:off x="2836164" y="1570207"/>
            <a:ext cx="6519672" cy="400763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7197076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Archivo:Escudo de la universidad Mariano Gálvez Guatemala ...">
            <a:extLst>
              <a:ext uri="{FF2B5EF4-FFF2-40B4-BE49-F238E27FC236}">
                <a16:creationId xmlns:a16="http://schemas.microsoft.com/office/drawing/2014/main" id="{B9DFA75E-5A0A-4375-B9A2-E426BBD291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1427" y="282803"/>
            <a:ext cx="1911097" cy="191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4DCDCCE7-E77B-4545-A0F1-A61369151521}"/>
              </a:ext>
            </a:extLst>
          </p:cNvPr>
          <p:cNvSpPr txBox="1"/>
          <p:nvPr/>
        </p:nvSpPr>
        <p:spPr>
          <a:xfrm>
            <a:off x="379476" y="869905"/>
            <a:ext cx="36347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GT" sz="3000" b="1" dirty="0"/>
              <a:t>2.2  Crear cliente: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F4F7A58-F621-4E7C-9F41-629BC9103024}"/>
              </a:ext>
            </a:extLst>
          </p:cNvPr>
          <p:cNvPicPr/>
          <p:nvPr/>
        </p:nvPicPr>
        <p:blipFill rotWithShape="1">
          <a:blip r:embed="rId3"/>
          <a:srcRect l="53349" t="26667" r="14406" b="28677"/>
          <a:stretch/>
        </p:blipFill>
        <p:spPr bwMode="auto">
          <a:xfrm>
            <a:off x="3739896" y="869905"/>
            <a:ext cx="5787104" cy="532898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8933129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Archivo:Escudo de la universidad Mariano Gálvez Guatemala ...">
            <a:extLst>
              <a:ext uri="{FF2B5EF4-FFF2-40B4-BE49-F238E27FC236}">
                <a16:creationId xmlns:a16="http://schemas.microsoft.com/office/drawing/2014/main" id="{32BA3D28-C292-44DD-9FF8-8B7E73C905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1427" y="282803"/>
            <a:ext cx="1911097" cy="191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94D9B0C2-C1C9-4474-94B5-8E53C4A455B2}"/>
              </a:ext>
            </a:extLst>
          </p:cNvPr>
          <p:cNvSpPr txBox="1"/>
          <p:nvPr/>
        </p:nvSpPr>
        <p:spPr>
          <a:xfrm>
            <a:off x="379476" y="869905"/>
            <a:ext cx="36347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GT" sz="3000" b="1" dirty="0"/>
              <a:t>2.3  Editar cliente: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25459C2-EE1E-46F8-806B-C4681490FABE}"/>
              </a:ext>
            </a:extLst>
          </p:cNvPr>
          <p:cNvPicPr/>
          <p:nvPr/>
        </p:nvPicPr>
        <p:blipFill rotWithShape="1">
          <a:blip r:embed="rId3"/>
          <a:srcRect l="52616" t="35882" r="16225" b="19331"/>
          <a:stretch/>
        </p:blipFill>
        <p:spPr bwMode="auto">
          <a:xfrm>
            <a:off x="3383280" y="637521"/>
            <a:ext cx="5971032" cy="535057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0313071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Archivo:Escudo de la universidad Mariano Gálvez Guatemala ...">
            <a:extLst>
              <a:ext uri="{FF2B5EF4-FFF2-40B4-BE49-F238E27FC236}">
                <a16:creationId xmlns:a16="http://schemas.microsoft.com/office/drawing/2014/main" id="{D23A4ECE-2D46-4DC5-8284-C059415646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1427" y="282803"/>
            <a:ext cx="1911097" cy="191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CCABF76D-6FA3-496F-ADB7-6FB6BF0CF1BB}"/>
              </a:ext>
            </a:extLst>
          </p:cNvPr>
          <p:cNvSpPr txBox="1"/>
          <p:nvPr/>
        </p:nvSpPr>
        <p:spPr>
          <a:xfrm>
            <a:off x="379476" y="869905"/>
            <a:ext cx="36347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GT" sz="3000" b="1" dirty="0"/>
              <a:t>2.4  Eliminar cliente: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484A012-E5F4-4CBC-B26C-4CAC166BCA08}"/>
              </a:ext>
            </a:extLst>
          </p:cNvPr>
          <p:cNvPicPr/>
          <p:nvPr/>
        </p:nvPicPr>
        <p:blipFill rotWithShape="1">
          <a:blip r:embed="rId3"/>
          <a:srcRect l="54851" t="25085" r="17847" b="39578"/>
          <a:stretch/>
        </p:blipFill>
        <p:spPr bwMode="auto">
          <a:xfrm>
            <a:off x="3520440" y="1327956"/>
            <a:ext cx="5751576" cy="480766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3326945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Archivo:Escudo de la universidad Mariano Gálvez Guatemala ...">
            <a:extLst>
              <a:ext uri="{FF2B5EF4-FFF2-40B4-BE49-F238E27FC236}">
                <a16:creationId xmlns:a16="http://schemas.microsoft.com/office/drawing/2014/main" id="{8C7CF292-2F69-4DC8-A7DC-988F506580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1427" y="282803"/>
            <a:ext cx="1911097" cy="191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7703E701-6092-4D49-822E-423DA9BDBCF6}"/>
              </a:ext>
            </a:extLst>
          </p:cNvPr>
          <p:cNvSpPr txBox="1"/>
          <p:nvPr/>
        </p:nvSpPr>
        <p:spPr>
          <a:xfrm>
            <a:off x="2209228" y="2767280"/>
            <a:ext cx="777354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GT" sz="8000" b="1" dirty="0"/>
              <a:t>Control de Ventas</a:t>
            </a:r>
          </a:p>
        </p:txBody>
      </p:sp>
    </p:spTree>
    <p:extLst>
      <p:ext uri="{BB962C8B-B14F-4D97-AF65-F5344CB8AC3E}">
        <p14:creationId xmlns:p14="http://schemas.microsoft.com/office/powerpoint/2010/main" val="40911987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Archivo:Escudo de la universidad Mariano Gálvez Guatemala ...">
            <a:extLst>
              <a:ext uri="{FF2B5EF4-FFF2-40B4-BE49-F238E27FC236}">
                <a16:creationId xmlns:a16="http://schemas.microsoft.com/office/drawing/2014/main" id="{B98B38B6-2D9B-40A1-A1D7-57A6F5DB85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1427" y="282803"/>
            <a:ext cx="1911097" cy="191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8E813C1B-E234-4EC1-A2AA-6679DFC49A3C}"/>
              </a:ext>
            </a:extLst>
          </p:cNvPr>
          <p:cNvSpPr txBox="1"/>
          <p:nvPr/>
        </p:nvSpPr>
        <p:spPr>
          <a:xfrm>
            <a:off x="379476" y="869905"/>
            <a:ext cx="36347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GT" sz="3000" b="1" dirty="0"/>
              <a:t>3.1  Listar ventas: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BBAAA2D-F08D-4474-91B5-9A0C8FCA9909}"/>
              </a:ext>
            </a:extLst>
          </p:cNvPr>
          <p:cNvPicPr/>
          <p:nvPr/>
        </p:nvPicPr>
        <p:blipFill rotWithShape="1">
          <a:blip r:embed="rId3"/>
          <a:srcRect l="42171" t="18401" r="36165" b="25342"/>
          <a:stretch/>
        </p:blipFill>
        <p:spPr bwMode="auto">
          <a:xfrm>
            <a:off x="4231004" y="282803"/>
            <a:ext cx="3729991" cy="595340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3362943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Archivo:Escudo de la universidad Mariano Gálvez Guatemala ...">
            <a:extLst>
              <a:ext uri="{FF2B5EF4-FFF2-40B4-BE49-F238E27FC236}">
                <a16:creationId xmlns:a16="http://schemas.microsoft.com/office/drawing/2014/main" id="{6F2CEE1C-A4CC-4D23-82E1-F4E76ADFE3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1427" y="282803"/>
            <a:ext cx="1911097" cy="191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50AD2FAB-F514-4976-9350-F5463F67DD26}"/>
              </a:ext>
            </a:extLst>
          </p:cNvPr>
          <p:cNvSpPr txBox="1"/>
          <p:nvPr/>
        </p:nvSpPr>
        <p:spPr>
          <a:xfrm>
            <a:off x="379476" y="869905"/>
            <a:ext cx="36347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GT" sz="3000" b="1" dirty="0"/>
              <a:t>3.2  Crear venta: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708B32C-564D-4335-8EA0-DDFF5F1C0DD6}"/>
              </a:ext>
            </a:extLst>
          </p:cNvPr>
          <p:cNvPicPr/>
          <p:nvPr/>
        </p:nvPicPr>
        <p:blipFill rotWithShape="1">
          <a:blip r:embed="rId3"/>
          <a:srcRect l="41548" t="17379" r="36456" b="15279"/>
          <a:stretch/>
        </p:blipFill>
        <p:spPr bwMode="auto">
          <a:xfrm>
            <a:off x="4515231" y="282803"/>
            <a:ext cx="3161538" cy="604418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1766291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242EFAB-493A-4350-970D-AE1CDF3BC80C}"/>
              </a:ext>
            </a:extLst>
          </p:cNvPr>
          <p:cNvSpPr txBox="1"/>
          <p:nvPr/>
        </p:nvSpPr>
        <p:spPr>
          <a:xfrm>
            <a:off x="379476" y="869905"/>
            <a:ext cx="36347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GT" sz="3000" b="1" dirty="0"/>
              <a:t>3.3  Anular venta:</a:t>
            </a:r>
          </a:p>
        </p:txBody>
      </p:sp>
      <p:pic>
        <p:nvPicPr>
          <p:cNvPr id="3" name="Picture 2" descr="Archivo:Escudo de la universidad Mariano Gálvez Guatemala ...">
            <a:extLst>
              <a:ext uri="{FF2B5EF4-FFF2-40B4-BE49-F238E27FC236}">
                <a16:creationId xmlns:a16="http://schemas.microsoft.com/office/drawing/2014/main" id="{0BFE6A4C-5E15-47F6-B281-45619A111D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1427" y="282803"/>
            <a:ext cx="1911097" cy="191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527ED1EB-CF11-49CB-B0B0-EEB2B21B0609}"/>
              </a:ext>
            </a:extLst>
          </p:cNvPr>
          <p:cNvPicPr/>
          <p:nvPr/>
        </p:nvPicPr>
        <p:blipFill rotWithShape="1">
          <a:blip r:embed="rId3"/>
          <a:srcRect l="42120" t="17194" r="35518" b="15412"/>
          <a:stretch/>
        </p:blipFill>
        <p:spPr bwMode="auto">
          <a:xfrm>
            <a:off x="4449222" y="282803"/>
            <a:ext cx="3293555" cy="60422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6190910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49F6511-EF07-4BAC-A191-363649FFEB30}"/>
              </a:ext>
            </a:extLst>
          </p:cNvPr>
          <p:cNvSpPr txBox="1"/>
          <p:nvPr/>
        </p:nvSpPr>
        <p:spPr>
          <a:xfrm>
            <a:off x="2395442" y="2767280"/>
            <a:ext cx="740111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GT" sz="8000" b="1" dirty="0"/>
              <a:t>Reportes Básicos</a:t>
            </a:r>
          </a:p>
        </p:txBody>
      </p:sp>
      <p:pic>
        <p:nvPicPr>
          <p:cNvPr id="3" name="Picture 2" descr="Archivo:Escudo de la universidad Mariano Gálvez Guatemala ...">
            <a:extLst>
              <a:ext uri="{FF2B5EF4-FFF2-40B4-BE49-F238E27FC236}">
                <a16:creationId xmlns:a16="http://schemas.microsoft.com/office/drawing/2014/main" id="{E5269DB4-498C-48E1-A73D-DEBFF9C8DF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1427" y="282803"/>
            <a:ext cx="1911097" cy="191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39919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FBE91CF-2FAF-46A7-837E-D60B70EF8519}"/>
              </a:ext>
            </a:extLst>
          </p:cNvPr>
          <p:cNvSpPr txBox="1"/>
          <p:nvPr/>
        </p:nvSpPr>
        <p:spPr>
          <a:xfrm>
            <a:off x="379476" y="869905"/>
            <a:ext cx="363474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GT" sz="3000" b="1" dirty="0"/>
              <a:t>4.1  Ventas por cliente:</a:t>
            </a:r>
          </a:p>
        </p:txBody>
      </p:sp>
      <p:pic>
        <p:nvPicPr>
          <p:cNvPr id="3" name="Picture 2" descr="Archivo:Escudo de la universidad Mariano Gálvez Guatemala ...">
            <a:extLst>
              <a:ext uri="{FF2B5EF4-FFF2-40B4-BE49-F238E27FC236}">
                <a16:creationId xmlns:a16="http://schemas.microsoft.com/office/drawing/2014/main" id="{C4A29EC0-3493-40FA-9D29-804772438D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1427" y="282803"/>
            <a:ext cx="1911097" cy="191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F0192F3A-E702-4255-AF2C-BBFC4C080417}"/>
              </a:ext>
            </a:extLst>
          </p:cNvPr>
          <p:cNvPicPr/>
          <p:nvPr/>
        </p:nvPicPr>
        <p:blipFill rotWithShape="1">
          <a:blip r:embed="rId3"/>
          <a:srcRect l="44605" t="26923" r="33755" b="21786"/>
          <a:stretch/>
        </p:blipFill>
        <p:spPr bwMode="auto">
          <a:xfrm>
            <a:off x="3934523" y="282803"/>
            <a:ext cx="4322953" cy="601668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0699344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8E39DAC-DE7B-4CE3-BF78-33107EDB5389}"/>
              </a:ext>
            </a:extLst>
          </p:cNvPr>
          <p:cNvSpPr txBox="1"/>
          <p:nvPr/>
        </p:nvSpPr>
        <p:spPr>
          <a:xfrm>
            <a:off x="379476" y="869905"/>
            <a:ext cx="363474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GT" sz="3000" b="1" dirty="0"/>
              <a:t>4.2  Ventas por producto:</a:t>
            </a:r>
          </a:p>
        </p:txBody>
      </p:sp>
      <p:pic>
        <p:nvPicPr>
          <p:cNvPr id="3" name="Picture 2" descr="Archivo:Escudo de la universidad Mariano Gálvez Guatemala ...">
            <a:extLst>
              <a:ext uri="{FF2B5EF4-FFF2-40B4-BE49-F238E27FC236}">
                <a16:creationId xmlns:a16="http://schemas.microsoft.com/office/drawing/2014/main" id="{9BC17444-8889-41CF-B2D7-25491FE1B2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1427" y="282803"/>
            <a:ext cx="1911097" cy="191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1F96AB42-A287-4A13-94F5-3AF842E5214B}"/>
              </a:ext>
            </a:extLst>
          </p:cNvPr>
          <p:cNvPicPr/>
          <p:nvPr/>
        </p:nvPicPr>
        <p:blipFill rotWithShape="1">
          <a:blip r:embed="rId3"/>
          <a:srcRect l="43805" t="25641" r="33755" b="21361"/>
          <a:stretch/>
        </p:blipFill>
        <p:spPr bwMode="auto">
          <a:xfrm>
            <a:off x="3908582" y="282803"/>
            <a:ext cx="4374835" cy="605529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59131878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ción">
  <a:themeElements>
    <a:clrScheme name="Retrospección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ció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ción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60</TotalTime>
  <Words>84</Words>
  <Application>Microsoft Office PowerPoint</Application>
  <PresentationFormat>Panorámica</PresentationFormat>
  <Paragraphs>22</Paragraphs>
  <Slides>21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6" baseType="lpstr">
      <vt:lpstr>Arial</vt:lpstr>
      <vt:lpstr>Arial Rounded MT Bold</vt:lpstr>
      <vt:lpstr>Calibri</vt:lpstr>
      <vt:lpstr>Calibri Light</vt:lpstr>
      <vt:lpstr>Retrospección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Aleza55</dc:creator>
  <cp:lastModifiedBy>PC</cp:lastModifiedBy>
  <cp:revision>9</cp:revision>
  <dcterms:created xsi:type="dcterms:W3CDTF">2025-10-25T02:19:21Z</dcterms:created>
  <dcterms:modified xsi:type="dcterms:W3CDTF">2025-10-25T03:20:03Z</dcterms:modified>
</cp:coreProperties>
</file>